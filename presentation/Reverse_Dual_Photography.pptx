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Dual Photography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9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the projector as a third camera for closed-loop 3D reconstruction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Tawsif Ahmed   ·   Bahaa Alattar   ·   </a:t>
            </a:r>
            <a:pPr indent="0" marL="0">
              <a:buNone/>
            </a:pPr>
            <a:r>
              <a:rPr lang="en-US" sz="1500" b="1" dirty="0">
                <a:solidFill>
                  <a:srgbClr val="17A9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Gyungmin Ko</a:t>
            </a:r>
            <a:pPr indent="0" marL="0">
              <a:buNone/>
            </a:pPr>
            <a:r>
              <a:rPr lang="en-US" sz="1500" dirty="0">
                <a:solidFill>
                  <a:srgbClr val="D6E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Victor Marcenac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310896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84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Photography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577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photography (Sen et al., 2005)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light transport between a projector and a camera with structured illumination, and you can re-render the scene from the projector's point of view — projector and camera swap roles.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6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structured-light scanner: two RealSense cameras + one projector. Every camera pixel is decoded to the projector cell that lit it — a dense projector↔camera correspondence.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Sen, Chen, Garg, Marschner, Horowitz, Levoy, Lensch. "Dual Photography." SIGGRAPH 2005.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45936" y="1728216"/>
            <a:ext cx="5321808" cy="303786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sessions/awesome-nice-maxwell/mnt/Reverse-Photography/captures/dino/projector_view_sy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5212080" cy="29281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4802655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re-rendered from the projector's viewpoint (our result)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310896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84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projector as a third camera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7A9A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→ 3D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Stereo-calibrate the cameras (checkerboard), triangulate the matched pixels into a metric point cloud.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17A9A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7614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projector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those 3D points and their projector pixels, calibrate the projector as a 3rd camera — no extra capture.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17A9A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7856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synthesize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3D back into the projector plane to rebuild the projector's 2D view.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17A9A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8097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again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 projector + one camera into an independent 3D cloud, and compare.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02936" y="1819656"/>
            <a:ext cx="6510528" cy="366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/sessions/awesome-nice-maxwell/mnt/Reverse-Photography/captures/dino_extension_stor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74520"/>
            <a:ext cx="6400800" cy="3556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5503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on a real object (dino): camera views → 3D → projector view → projector+camera 3D → overlay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310896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84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closes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371600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px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3D reprojection 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783080"/>
            <a:ext cx="109728" cy="1371600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px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4456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calibration 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520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783080"/>
            <a:ext cx="109728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mm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agreement (median)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reconstructions of the same object — camera-stereo and projector+camera — agree to ~7 mm. Errors are local (red), concentrated at edges and occlusion boundaries; the surface is mostly green.</a:t>
            </a:r>
            <a:endParaRPr lang="en-US" sz="1350" dirty="0"/>
          </a:p>
        </p:txBody>
      </p:sp>
      <p:pic>
        <p:nvPicPr>
          <p:cNvPr id="18" name="Image 0" descr="/sessions/awesome-nice-maxwell/mnt/Reverse-Photography/captures/dino_erro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977640"/>
            <a:ext cx="7680960" cy="2753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164592" cy="310896"/>
          </a:xfrm>
          <a:prstGeom prst="rect">
            <a:avLst/>
          </a:prstGeom>
          <a:solidFill>
            <a:srgbClr val="17A9A3"/>
          </a:solidFill>
          <a:ln/>
        </p:spPr>
      </p:sp>
      <p:sp>
        <p:nvSpPr>
          <p:cNvPr id="4" name="Text 2"/>
          <p:cNvSpPr/>
          <p:nvPr/>
        </p:nvSpPr>
        <p:spPr>
          <a:xfrm>
            <a:off x="1078992" y="621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8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rgbClr val="17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projector intrinsics.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shallow object under-constrains focal length (depth degeneracy), so we fixed square pixels and a centered principal point.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rgbClr val="17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projector calibration.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checkerboard onto a flat plane at several depths → tighter intrinsics → lower round-trip error.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700" b="1" dirty="0">
                <a:solidFill>
                  <a:srgbClr val="17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distance as a metric.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D6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camera-stereo vs projector+camera agreement gives the system a built-in accuracy check.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Dual Photography  ·  structured-light 3D scanning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Dual Photography</dc:title>
  <dc:subject>PptxGenJS Presentation</dc:subject>
  <dc:creator>Gyungmin Ko</dc:creator>
  <cp:lastModifiedBy>Gyungmin Ko</cp:lastModifiedBy>
  <cp:revision>1</cp:revision>
  <dcterms:created xsi:type="dcterms:W3CDTF">2026-06-08T01:33:35Z</dcterms:created>
  <dcterms:modified xsi:type="dcterms:W3CDTF">2026-06-08T01:33:35Z</dcterms:modified>
</cp:coreProperties>
</file>